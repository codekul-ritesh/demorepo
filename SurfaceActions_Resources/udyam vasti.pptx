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1F2A9-975E-527D-36B8-7255AAF5F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EBDD5-9F3F-8A48-85BE-F48AA2810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F57D5-ED94-4B4C-2100-D8D82EF2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99E93-B104-37B9-B561-7120EE91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F0DE5-873A-EB34-B620-7230828E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67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A5D7-B677-1FFA-D6A7-81299733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F5DF2-E801-5BE4-A1CE-6009B11FD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50CE0-FB79-6884-71F0-90ADCF88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04F0-1193-6330-F718-DD6237C7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04742-AC09-F955-9350-8CB07900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6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D8B8-BDB7-2CCD-C89C-F0E414065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57D87-82FD-B49E-C173-8033119A5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8C2A9-93D9-92E1-1490-208463A9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09D05-5DFB-7E05-64CC-E0FBCE42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C4B4-EF5A-C8EB-D0E3-160C44985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65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8542-0F43-BD07-3492-A4491BED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32D74-2B91-880C-D667-F40CC6315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EA70B-557D-9C39-FC86-56389754F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1B531-6EDB-C5B4-53F2-3D5B8F6D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7A7F-45CC-F5E9-AF2C-1D21B0BB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E6C0D-EBC2-E032-9075-152300AF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76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7773-04A7-FCB3-B360-66197EBFA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80C44-8F06-CAA4-748A-2ABE9C4D6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F6E98-E3DA-5905-D7AE-F65B6DE5C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7134F-C368-AF9E-B49A-0C3BF0D15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BC1BF-B69B-BD38-B0D7-CF6FB858F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56211-7766-884D-3B14-333DC922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76630-6490-2DF5-822E-C48F261C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B59A4-E1C7-FE9A-8093-F2D13271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63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E9C6-E305-0409-DF96-665C8D7C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A7CBF-4351-B738-A210-5FD37198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E2F6C-156C-ABA3-96E5-940DEDA7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A5981-B01D-A888-533A-AC48A2DA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35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3BD3-0B0A-FC9A-616D-6EE1BA29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AD7C5-74D8-C0D0-2F55-D47DF9FB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34A8C-8E30-82A3-CA81-490B9CA1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815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EA14-73CB-CD3D-EF0D-B8930D5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83ACB-56D9-4ECE-6C3E-5E195B389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0CE28-BDBA-11D0-5896-FE968E89D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29212-ACA8-A24B-FF1D-A97DF528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A9402-B0D4-37D3-60F2-A31D955E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4C61-F1E1-22F9-0B31-8B350499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24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FBD6-71A3-D3D9-ABB6-677CAC1F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AFA78-0671-186F-0F37-9506F51A7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003B4-9A06-58FA-1005-8B26B573B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214AD-EA4B-848F-8B61-26C30238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50852-3D2C-D1B8-6946-FCB6D0B5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4CA92-2C46-087F-4DE9-0B074248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5E1A-4C82-7A48-2EA0-C0166794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7D8AA-99FB-5FF5-B018-66F91ACE8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806D0-831A-C79E-3CE8-F7C2771A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50A6-2711-ACD0-AB33-1BE9BBF5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D8145-7F0C-3711-3B1C-81C7794B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15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D6387-D61B-23E9-1BBA-80C33B5EE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2AC0F-B330-1931-412E-A91186BA9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5A5BF-CD33-94C0-4141-96C94841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415B0-4C08-B6F1-415C-BA68ED3C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8102-E803-B1A5-28E4-F5968F34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07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B8342-AE03-20D4-064D-FE8D6DCC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68B0-6DA7-FE4F-5CA0-5C0FB5A8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66B1B-680E-6F59-E843-466ADC87F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46BDD-F74D-4538-AECE-B43CDF46EA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47B2C-B2FA-B3BE-1CB0-D729D5A1B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ECE7-E255-89B0-C8AC-5BF6901A1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AB6D2-35A2-4CB7-92DF-78A692C89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3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4D651A-55B1-EDCD-613C-3B3CC5D4DD9F}"/>
              </a:ext>
            </a:extLst>
          </p:cNvPr>
          <p:cNvSpPr txBox="1"/>
          <p:nvPr/>
        </p:nvSpPr>
        <p:spPr>
          <a:xfrm>
            <a:off x="444026" y="293538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0" i="0" dirty="0" err="1">
                <a:effectLst/>
                <a:latin typeface="+mj-lt"/>
                <a:ea typeface="+mj-ea"/>
                <a:cs typeface="+mj-cs"/>
              </a:rPr>
              <a:t>उदयम</a:t>
            </a:r>
            <a:r>
              <a:rPr lang="en-US" sz="5400" b="0" i="0" dirty="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5400" b="0" i="0" dirty="0" err="1">
                <a:effectLst/>
                <a:latin typeface="+mj-lt"/>
                <a:ea typeface="+mj-ea"/>
                <a:cs typeface="+mj-cs"/>
              </a:rPr>
              <a:t>वस्ती</a:t>
            </a:r>
            <a:endParaRPr lang="en-US" sz="5400" b="0" i="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DC116D-854E-B18F-B032-707825AFC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1" r="1" b="12194"/>
          <a:stretch>
            <a:fillRect/>
          </a:stretch>
        </p:blipFill>
        <p:spPr>
          <a:xfrm>
            <a:off x="3905251" y="0"/>
            <a:ext cx="8282940" cy="6858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658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AEF6-3712-1312-D327-5D4D7B7D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i-IN" sz="5400" dirty="0"/>
              <a:t>सह वस्ती</a:t>
            </a:r>
            <a:br>
              <a:rPr lang="hi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C10E0-5724-39F8-B827-C3FFA2CF9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27906"/>
            <a:ext cx="10668000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31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सह वस्ती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Tagunde</dc:creator>
  <cp:lastModifiedBy>Ritesh Tagunde</cp:lastModifiedBy>
  <cp:revision>1</cp:revision>
  <dcterms:created xsi:type="dcterms:W3CDTF">2026-01-27T10:50:47Z</dcterms:created>
  <dcterms:modified xsi:type="dcterms:W3CDTF">2026-01-28T04:29:30Z</dcterms:modified>
</cp:coreProperties>
</file>